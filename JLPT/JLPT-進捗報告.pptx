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63700-FE0C-4810-B319-65EF6945B63F}">
  <a:tblStyle styleId="{B0E63700-FE0C-4810-B319-65EF6945B6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9d5b1873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29d5b1873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8ce154b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28ce154b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8ce154b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28ce154b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8ce154b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8ce154b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9d5b1873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9d5b1873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9d5b1873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9d5b1873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進捗報告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24450" y="550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2023年04月</a:t>
            </a:r>
            <a:endParaRPr/>
          </a:p>
        </p:txBody>
      </p:sp>
      <p:graphicFrame>
        <p:nvGraphicFramePr>
          <p:cNvPr id="93" name="Google Shape;93;p14"/>
          <p:cNvGraphicFramePr/>
          <p:nvPr/>
        </p:nvGraphicFramePr>
        <p:xfrm>
          <a:off x="155688" y="1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{B0E63700-FE0C-4810-B319-65EF6945B63F}</a:tableStyleId>
              </a:tblPr>
              <a:tblGrid>
                <a:gridCol w="2088775"/>
                <a:gridCol w="1090250"/>
                <a:gridCol w="1096100"/>
                <a:gridCol w="1113675"/>
                <a:gridCol w="1134375"/>
                <a:gridCol w="1134375"/>
                <a:gridCol w="11343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プロジェクト名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04月01日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04月09日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04月16日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04月23日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04月30日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ステート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JLPT-N3-聴解-001-耳から覚える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JLPT-N3-聴解-002-総まとめ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JLPT-N3-聴解-003-新完全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JLPT-N3-聴解−004-JLPT試験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24450" y="550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2023年04月-構成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55688" y="1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{B0E63700-FE0C-4810-B319-65EF6945B63F}</a:tableStyleId>
              </a:tblPr>
              <a:tblGrid>
                <a:gridCol w="2088775"/>
                <a:gridCol w="1090250"/>
                <a:gridCol w="1096100"/>
                <a:gridCol w="1113675"/>
                <a:gridCol w="1134375"/>
                <a:gridCol w="1134375"/>
                <a:gridCol w="11343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プロジェクト名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ステート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JLPT-N3-聴解-001-耳から覚える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JLPT-N3-聴解-002-総まとめ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JLPT-N3-聴解-003-新完全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JLPT-N3-聴解−004-JLPT試験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124450" y="550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2023年04月-単体テスト</a:t>
            </a:r>
            <a:endParaRPr/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155688" y="1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{B0E63700-FE0C-4810-B319-65EF6945B63F}</a:tableStyleId>
              </a:tblPr>
              <a:tblGrid>
                <a:gridCol w="2088775"/>
                <a:gridCol w="1090250"/>
                <a:gridCol w="1096100"/>
                <a:gridCol w="1113675"/>
                <a:gridCol w="1134375"/>
                <a:gridCol w="1134375"/>
                <a:gridCol w="11343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プロジェクト名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ステート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JLPT-N3-聴解-001-耳から覚える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JLPT-N3-聴解-002-総まとめ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JLPT-N3-聴解-003-新完全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JLPT-N3-聴解−004-JLPT試験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124450" y="550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2023年04月−結合テスト</a:t>
            </a:r>
            <a:endParaRPr/>
          </a:p>
        </p:txBody>
      </p:sp>
      <p:graphicFrame>
        <p:nvGraphicFramePr>
          <p:cNvPr id="111" name="Google Shape;111;p17"/>
          <p:cNvGraphicFramePr/>
          <p:nvPr/>
        </p:nvGraphicFramePr>
        <p:xfrm>
          <a:off x="155688" y="1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{B0E63700-FE0C-4810-B319-65EF6945B63F}</a:tableStyleId>
              </a:tblPr>
              <a:tblGrid>
                <a:gridCol w="2088775"/>
                <a:gridCol w="1090250"/>
                <a:gridCol w="1096100"/>
                <a:gridCol w="1113675"/>
                <a:gridCol w="1134375"/>
                <a:gridCol w="1134375"/>
                <a:gridCol w="11343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プロジェクト名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ステート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JLPT-N3-聴解-001-耳から覚える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JLPT-N3-聴解-002-総まとめ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JLPT-N3-聴解-003-新完全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JLPT-N3-聴解−004-JLPT試験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着手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type="title"/>
          </p:nvPr>
        </p:nvSpPr>
        <p:spPr>
          <a:xfrm>
            <a:off x="727650" y="557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</a:t>
            </a:r>
            <a:r>
              <a:rPr lang="vi"/>
              <a:t>05月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557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2023年</a:t>
            </a:r>
            <a:r>
              <a:rPr lang="vi"/>
              <a:t>06月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